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Le Petit Cochon" charset="1" panose="00000500000000000000"/>
      <p:regular r:id="rId26"/>
    </p:embeddedFont>
    <p:embeddedFont>
      <p:font typeface="Akzidenz-Grotesk Bold" charset="1" panose="02000803050000020004"/>
      <p:regular r:id="rId27"/>
    </p:embeddedFont>
    <p:embeddedFont>
      <p:font typeface="Akzidenz-Grotesk" charset="1" panose="02000503030000020003"/>
      <p:regular r:id="rId28"/>
    </p:embeddedFont>
    <p:embeddedFont>
      <p:font typeface="Akzidenz-Grotesk Italics" charset="1" panose="02000503050000090004"/>
      <p:regular r:id="rId29"/>
    </p:embeddedFont>
    <p:embeddedFont>
      <p:font typeface="Akzidenz-Grotesk Bold Italics" charset="1" panose="02000803060000090004"/>
      <p:regular r:id="rId30"/>
    </p:embeddedFont>
    <p:embeddedFont>
      <p:font typeface="Cooper BT Light Italics" charset="1" panose="0208050304030B0904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Relationship Id="rId8" Target="../media/image1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11.pn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1800" y="8539294"/>
            <a:ext cx="329247" cy="3292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3159" y="8539294"/>
            <a:ext cx="329247" cy="3292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862797" y="8488970"/>
            <a:ext cx="329247" cy="32924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994155" y="8488970"/>
            <a:ext cx="329247" cy="32924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848663" y="65045"/>
            <a:ext cx="8590675" cy="963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70"/>
              </a:lnSpc>
            </a:pPr>
            <a:r>
              <a:rPr lang="en-US" sz="27621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Team BPSU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592613" y="4027315"/>
            <a:ext cx="3102774" cy="1423398"/>
          </a:xfrm>
          <a:custGeom>
            <a:avLst/>
            <a:gdLst/>
            <a:ahLst/>
            <a:cxnLst/>
            <a:rect r="r" b="b" t="t" l="l"/>
            <a:pathLst>
              <a:path h="1423398" w="3102774">
                <a:moveTo>
                  <a:pt x="0" y="0"/>
                </a:moveTo>
                <a:lnTo>
                  <a:pt x="3102774" y="0"/>
                </a:lnTo>
                <a:lnTo>
                  <a:pt x="3102774" y="1423398"/>
                </a:lnTo>
                <a:lnTo>
                  <a:pt x="0" y="14233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54421" y="1219031"/>
            <a:ext cx="10653799" cy="217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66"/>
              </a:lnSpc>
            </a:pPr>
            <a:r>
              <a:rPr lang="en-US" sz="12761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Food for Thought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891902">
            <a:off x="12715185" y="798929"/>
            <a:ext cx="4620805" cy="9143057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-2832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480173" y="4080266"/>
            <a:ext cx="9448802" cy="1846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74"/>
              </a:lnSpc>
            </a:pPr>
            <a:r>
              <a:rPr lang="en-US" sz="3410" b="true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Imagine, </a:t>
            </a:r>
            <a:r>
              <a:rPr lang="en-US" sz="3410">
                <a:solidFill>
                  <a:srgbClr val="A8523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trying your best to cram for an assignment you weren’t even aware was handed out due to your unstable internet connection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0173" y="6231602"/>
            <a:ext cx="9448802" cy="1846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74"/>
              </a:lnSpc>
            </a:pPr>
            <a:r>
              <a:rPr lang="en-US" sz="3410">
                <a:solidFill>
                  <a:srgbClr val="A8523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Only for you to </a:t>
            </a:r>
            <a:r>
              <a:rPr lang="en-US" sz="3410" b="true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not </a:t>
            </a:r>
            <a:r>
              <a:rPr lang="en-US" sz="3410">
                <a:solidFill>
                  <a:srgbClr val="A8523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be able to pass on time because before you submit, you </a:t>
            </a:r>
            <a:r>
              <a:rPr lang="en-US" sz="3410" b="true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lose internet connection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46851" y="3677921"/>
            <a:ext cx="6008877" cy="7702288"/>
          </a:xfrm>
          <a:custGeom>
            <a:avLst/>
            <a:gdLst/>
            <a:ahLst/>
            <a:cxnLst/>
            <a:rect r="r" b="b" t="t" l="l"/>
            <a:pathLst>
              <a:path h="7702288" w="6008877">
                <a:moveTo>
                  <a:pt x="0" y="0"/>
                </a:moveTo>
                <a:lnTo>
                  <a:pt x="6008877" y="0"/>
                </a:lnTo>
                <a:lnTo>
                  <a:pt x="6008877" y="7702288"/>
                </a:lnTo>
                <a:lnTo>
                  <a:pt x="0" y="77022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4421" y="1142831"/>
            <a:ext cx="12979158" cy="225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80"/>
              </a:lnSpc>
            </a:pPr>
            <a:r>
              <a:rPr lang="en-US" sz="13200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Food for Thought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17558" y="4404767"/>
            <a:ext cx="12052884" cy="254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4"/>
              </a:lnSpc>
            </a:pPr>
            <a:r>
              <a:rPr lang="en-US" sz="4610" b="true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That could’ve been avoided if you were aware of the assignment especially its due date!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99551" y="3650414"/>
            <a:ext cx="11488898" cy="411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 survey found that about two-thirds of students in their population reported how poor internet connectivity hinders their ability to submit their deliverables on time.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368980" y="5643723"/>
            <a:ext cx="1890320" cy="3780640"/>
          </a:xfrm>
          <a:custGeom>
            <a:avLst/>
            <a:gdLst/>
            <a:ahLst/>
            <a:cxnLst/>
            <a:rect r="r" b="b" t="t" l="l"/>
            <a:pathLst>
              <a:path h="3780640" w="1890320">
                <a:moveTo>
                  <a:pt x="0" y="0"/>
                </a:moveTo>
                <a:lnTo>
                  <a:pt x="1890320" y="0"/>
                </a:lnTo>
                <a:lnTo>
                  <a:pt x="1890320" y="3780640"/>
                </a:lnTo>
                <a:lnTo>
                  <a:pt x="0" y="3780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54421" y="1142831"/>
            <a:ext cx="12979158" cy="225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80"/>
              </a:lnSpc>
            </a:pPr>
            <a:r>
              <a:rPr lang="en-US" sz="13200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Food for Thought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28650" y="8090939"/>
            <a:ext cx="13430700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i="true">
                <a:solidFill>
                  <a:srgbClr val="A85234"/>
                </a:solidFill>
                <a:latin typeface="Akzidenz-Grotesk Italics"/>
                <a:ea typeface="Akzidenz-Grotesk Italics"/>
                <a:cs typeface="Akzidenz-Grotesk Italics"/>
                <a:sym typeface="Akzidenz-Grotesk Italics"/>
              </a:rPr>
              <a:t>The Link Between Internet Connectivity and Missed Assessments in the Online Class Modality - the International Academic Forum (IAFOR), 2022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28650" y="3482108"/>
            <a:ext cx="13430700" cy="47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5" indent="-388618" lvl="1">
              <a:lnSpc>
                <a:spcPts val="6191"/>
              </a:lnSpc>
              <a:buFont typeface="Arial"/>
              <a:buChar char="•"/>
            </a:pPr>
            <a:r>
              <a:rPr lang="en-US" b="true" sz="3599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We are able to store class activities in an offline calendar?</a:t>
            </a:r>
          </a:p>
          <a:p>
            <a:pPr algn="l" marL="777235" indent="-388618" lvl="1">
              <a:lnSpc>
                <a:spcPts val="6191"/>
              </a:lnSpc>
              <a:buFont typeface="Arial"/>
              <a:buChar char="•"/>
            </a:pPr>
            <a:r>
              <a:rPr lang="en-US" b="true" sz="3599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We are able to manage our time by being able to visualize our schedules?</a:t>
            </a:r>
          </a:p>
          <a:p>
            <a:pPr algn="l" marL="777235" indent="-388618" lvl="1">
              <a:lnSpc>
                <a:spcPts val="6191"/>
              </a:lnSpc>
              <a:buFont typeface="Arial"/>
              <a:buChar char="•"/>
            </a:pPr>
            <a:r>
              <a:rPr lang="en-US" b="true" sz="3599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We are being reminded and held acountable by a cute little starfish?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080712" y="6143465"/>
            <a:ext cx="3572050" cy="4971908"/>
          </a:xfrm>
          <a:custGeom>
            <a:avLst/>
            <a:gdLst/>
            <a:ahLst/>
            <a:cxnLst/>
            <a:rect r="r" b="b" t="t" l="l"/>
            <a:pathLst>
              <a:path h="4971908" w="3572050">
                <a:moveTo>
                  <a:pt x="0" y="0"/>
                </a:moveTo>
                <a:lnTo>
                  <a:pt x="3572051" y="0"/>
                </a:lnTo>
                <a:lnTo>
                  <a:pt x="3572051" y="4971907"/>
                </a:lnTo>
                <a:lnTo>
                  <a:pt x="0" y="4971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54421" y="1142831"/>
            <a:ext cx="12979158" cy="225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80"/>
              </a:lnSpc>
            </a:pPr>
            <a:r>
              <a:rPr lang="en-US" sz="13200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What if...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19888">
            <a:off x="7682859" y="5489857"/>
            <a:ext cx="3102774" cy="1423398"/>
          </a:xfrm>
          <a:custGeom>
            <a:avLst/>
            <a:gdLst/>
            <a:ahLst/>
            <a:cxnLst/>
            <a:rect r="r" b="b" t="t" l="l"/>
            <a:pathLst>
              <a:path h="1423398" w="3102774">
                <a:moveTo>
                  <a:pt x="0" y="0"/>
                </a:moveTo>
                <a:lnTo>
                  <a:pt x="3102774" y="0"/>
                </a:lnTo>
                <a:lnTo>
                  <a:pt x="3102774" y="1423397"/>
                </a:lnTo>
                <a:lnTo>
                  <a:pt x="0" y="14233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1800" y="8539294"/>
            <a:ext cx="329247" cy="32924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03159" y="8539294"/>
            <a:ext cx="329247" cy="32924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862797" y="8488970"/>
            <a:ext cx="329247" cy="32924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994155" y="8488970"/>
            <a:ext cx="329247" cy="32924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668344">
            <a:off x="13952572" y="6590076"/>
            <a:ext cx="6810582" cy="6386958"/>
          </a:xfrm>
          <a:custGeom>
            <a:avLst/>
            <a:gdLst/>
            <a:ahLst/>
            <a:cxnLst/>
            <a:rect r="r" b="b" t="t" l="l"/>
            <a:pathLst>
              <a:path h="6386958" w="6810582">
                <a:moveTo>
                  <a:pt x="0" y="0"/>
                </a:moveTo>
                <a:lnTo>
                  <a:pt x="6810583" y="0"/>
                </a:lnTo>
                <a:lnTo>
                  <a:pt x="6810583" y="6386958"/>
                </a:lnTo>
                <a:lnTo>
                  <a:pt x="0" y="638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285287" y="3600384"/>
            <a:ext cx="9717425" cy="278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4"/>
              </a:lnSpc>
            </a:pPr>
            <a:r>
              <a:rPr lang="en-US" sz="16267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Introducing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19888">
            <a:off x="7845911" y="7098786"/>
            <a:ext cx="3102774" cy="1423398"/>
          </a:xfrm>
          <a:custGeom>
            <a:avLst/>
            <a:gdLst/>
            <a:ahLst/>
            <a:cxnLst/>
            <a:rect r="r" b="b" t="t" l="l"/>
            <a:pathLst>
              <a:path h="1423398" w="3102774">
                <a:moveTo>
                  <a:pt x="0" y="0"/>
                </a:moveTo>
                <a:lnTo>
                  <a:pt x="3102774" y="0"/>
                </a:lnTo>
                <a:lnTo>
                  <a:pt x="3102774" y="1423398"/>
                </a:lnTo>
                <a:lnTo>
                  <a:pt x="0" y="14233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1800" y="8539294"/>
            <a:ext cx="329247" cy="32924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03159" y="8539294"/>
            <a:ext cx="329247" cy="32924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862797" y="8488970"/>
            <a:ext cx="329247" cy="32924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994155" y="8488970"/>
            <a:ext cx="329247" cy="32924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668344">
            <a:off x="12588864" y="4811327"/>
            <a:ext cx="6810582" cy="6386958"/>
          </a:xfrm>
          <a:custGeom>
            <a:avLst/>
            <a:gdLst/>
            <a:ahLst/>
            <a:cxnLst/>
            <a:rect r="r" b="b" t="t" l="l"/>
            <a:pathLst>
              <a:path h="6386958" w="6810582">
                <a:moveTo>
                  <a:pt x="0" y="0"/>
                </a:moveTo>
                <a:lnTo>
                  <a:pt x="6810583" y="0"/>
                </a:lnTo>
                <a:lnTo>
                  <a:pt x="6810583" y="6386958"/>
                </a:lnTo>
                <a:lnTo>
                  <a:pt x="0" y="638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457164" y="1781035"/>
            <a:ext cx="9435581" cy="537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89"/>
              </a:lnSpc>
            </a:pPr>
            <a:r>
              <a:rPr lang="en-US" sz="31420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Clingy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54421" y="1142831"/>
            <a:ext cx="12979158" cy="225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80"/>
              </a:lnSpc>
            </a:pPr>
            <a:r>
              <a:rPr lang="en-US" sz="13200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What Is it?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4825" y="3398351"/>
            <a:ext cx="9666514" cy="4137610"/>
            <a:chOff x="0" y="0"/>
            <a:chExt cx="1909435" cy="8173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9435" cy="817306"/>
            </a:xfrm>
            <a:custGeom>
              <a:avLst/>
              <a:gdLst/>
              <a:ahLst/>
              <a:cxnLst/>
              <a:rect r="r" b="b" t="t" l="l"/>
              <a:pathLst>
                <a:path h="817306" w="1909435">
                  <a:moveTo>
                    <a:pt x="0" y="0"/>
                  </a:moveTo>
                  <a:lnTo>
                    <a:pt x="1667256" y="0"/>
                  </a:lnTo>
                  <a:cubicBezTo>
                    <a:pt x="1814504" y="0"/>
                    <a:pt x="1909435" y="182960"/>
                    <a:pt x="1909435" y="408653"/>
                  </a:cubicBezTo>
                  <a:cubicBezTo>
                    <a:pt x="1909435" y="634346"/>
                    <a:pt x="1814504" y="817306"/>
                    <a:pt x="1667256" y="817306"/>
                  </a:cubicBezTo>
                  <a:lnTo>
                    <a:pt x="0" y="8173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52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5400" y="-38100"/>
              <a:ext cx="1680835" cy="85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80914" y="3611142"/>
            <a:ext cx="8969588" cy="328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2"/>
              </a:lnSpc>
            </a:pPr>
            <a:r>
              <a:rPr lang="en-US" b="true" sz="6044">
                <a:solidFill>
                  <a:srgbClr val="FDF3E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Lightweight, offline-first personalized academic </a:t>
            </a:r>
            <a:r>
              <a:rPr lang="en-US" b="true" sz="6044" i="true">
                <a:solidFill>
                  <a:srgbClr val="FDF3E4"/>
                </a:solidFill>
                <a:latin typeface="Akzidenz-Grotesk Bold Italics"/>
                <a:ea typeface="Akzidenz-Grotesk Bold Italics"/>
                <a:cs typeface="Akzidenz-Grotesk Bold Italics"/>
                <a:sym typeface="Akzidenz-Grotesk Bold Italics"/>
              </a:rPr>
              <a:t>companion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666581" y="5667002"/>
            <a:ext cx="598252" cy="832703"/>
          </a:xfrm>
          <a:custGeom>
            <a:avLst/>
            <a:gdLst/>
            <a:ahLst/>
            <a:cxnLst/>
            <a:rect r="r" b="b" t="t" l="l"/>
            <a:pathLst>
              <a:path h="832703" w="598252">
                <a:moveTo>
                  <a:pt x="0" y="0"/>
                </a:moveTo>
                <a:lnTo>
                  <a:pt x="598253" y="0"/>
                </a:lnTo>
                <a:lnTo>
                  <a:pt x="598253" y="832702"/>
                </a:lnTo>
                <a:lnTo>
                  <a:pt x="0" y="832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1301796">
            <a:off x="12202385" y="588949"/>
            <a:ext cx="4984248" cy="9862190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44" t="0" r="-44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48335" y="1491371"/>
            <a:ext cx="8850926" cy="184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88"/>
              </a:lnSpc>
            </a:pPr>
            <a:r>
              <a:rPr lang="en-US" sz="10777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Set up on the go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29622" y="4023116"/>
            <a:ext cx="10111171" cy="336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4"/>
              </a:lnSpc>
            </a:pPr>
            <a:r>
              <a:rPr lang="en-US" sz="4653">
                <a:solidFill>
                  <a:srgbClr val="A8523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Clingy connects to your Google Classroom and instantly imports your assignments and deadlines. </a:t>
            </a:r>
            <a:r>
              <a:rPr lang="en-US" sz="4653" b="true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No manual entry needed.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202385" y="310510"/>
            <a:ext cx="4984248" cy="9862190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8" t="0" r="-8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58319" y="1008162"/>
            <a:ext cx="9717680" cy="320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6"/>
              </a:lnSpc>
            </a:pPr>
            <a:r>
              <a:rPr lang="en-US" sz="9176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Cling keeps your plan in sight.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202385" y="424810"/>
            <a:ext cx="4984248" cy="9862190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8" t="0" r="-8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642812" y="4803507"/>
            <a:ext cx="10039253" cy="238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3"/>
              </a:lnSpc>
            </a:pPr>
            <a:r>
              <a:rPr lang="en-US" sz="4387">
                <a:solidFill>
                  <a:srgbClr val="A8523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Cling combines your assignments and calendar into one prioritized plan, then sticks with you </a:t>
            </a:r>
            <a:r>
              <a:rPr lang="en-US" b="true" sz="4387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while you work</a:t>
            </a:r>
            <a:r>
              <a:rPr lang="en-US" sz="4387">
                <a:solidFill>
                  <a:srgbClr val="A8523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77493" y="1808509"/>
            <a:ext cx="10612682" cy="9952563"/>
          </a:xfrm>
          <a:custGeom>
            <a:avLst/>
            <a:gdLst/>
            <a:ahLst/>
            <a:cxnLst/>
            <a:rect r="r" b="b" t="t" l="l"/>
            <a:pathLst>
              <a:path h="9952563" w="10612682">
                <a:moveTo>
                  <a:pt x="0" y="0"/>
                </a:moveTo>
                <a:lnTo>
                  <a:pt x="10612682" y="0"/>
                </a:lnTo>
                <a:lnTo>
                  <a:pt x="10612682" y="9952563"/>
                </a:lnTo>
                <a:lnTo>
                  <a:pt x="0" y="9952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4421" y="799208"/>
            <a:ext cx="12979158" cy="259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79"/>
              </a:lnSpc>
            </a:pPr>
            <a:r>
              <a:rPr lang="en-US" sz="15199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Cling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54421" y="4013591"/>
            <a:ext cx="6070957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>
                <a:solidFill>
                  <a:srgbClr val="F6E3D2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Who are they?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96879" y="5352874"/>
            <a:ext cx="7531585" cy="228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994E35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They are a floating mascot that stays nearby, keeps your study plan in view, and gives you a friendly nudge to stay focused and accountable.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54421" y="1748546"/>
            <a:ext cx="8978658" cy="256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2"/>
              </a:lnSpc>
            </a:pPr>
            <a:r>
              <a:rPr lang="en-US" sz="13200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Schedule Your way!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202385" y="424810"/>
            <a:ext cx="4984248" cy="9862190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8" t="0" r="-8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93826" y="4588795"/>
            <a:ext cx="10039253" cy="23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3"/>
              </a:lnSpc>
            </a:pPr>
            <a:r>
              <a:rPr lang="en-US" b="true" sz="4387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If you won’t make it to your study session, that’s ok! reschedule with Cling seamlessly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46307" y="1744858"/>
            <a:ext cx="8586772" cy="26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35"/>
              </a:lnSpc>
            </a:pPr>
            <a:r>
              <a:rPr lang="en-US" sz="10033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study anytime, anywhere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202385" y="424810"/>
            <a:ext cx="4984248" cy="9862190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8" t="0" r="-8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93826" y="4588795"/>
            <a:ext cx="10039253" cy="322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3"/>
              </a:lnSpc>
            </a:pPr>
            <a:r>
              <a:rPr lang="en-US" sz="4387" b="true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No internet? No problem! Cling is so clingy it still works even without internet connection!</a:t>
            </a:r>
          </a:p>
          <a:p>
            <a:pPr algn="just">
              <a:lnSpc>
                <a:spcPts val="3343"/>
              </a:lnSpc>
            </a:pPr>
          </a:p>
          <a:p>
            <a:pPr algn="just">
              <a:lnSpc>
                <a:spcPts val="3203"/>
              </a:lnSpc>
            </a:pPr>
            <a:r>
              <a:rPr lang="en-US" sz="2287">
                <a:solidFill>
                  <a:srgbClr val="A8523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only times requiring internet is when you sync to google services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46307" y="2059183"/>
            <a:ext cx="8586772" cy="1964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10033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Ask your personal assistant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202385" y="424810"/>
            <a:ext cx="4984248" cy="9862190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8" t="0" r="-8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93826" y="4598320"/>
            <a:ext cx="10434772" cy="249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85"/>
              </a:lnSpc>
            </a:pPr>
            <a:r>
              <a:rPr lang="en-US" sz="4560">
                <a:solidFill>
                  <a:srgbClr val="A8523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Want to add a task? Ask Cling. Need an overview? Ask Cling. Your companion is there anywhere, anytime, </a:t>
            </a:r>
            <a:r>
              <a:rPr lang="en-US" b="true" sz="4560">
                <a:solidFill>
                  <a:srgbClr val="A8523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even offline</a:t>
            </a:r>
            <a:r>
              <a:rPr lang="en-US" sz="4560">
                <a:solidFill>
                  <a:srgbClr val="A8523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27119" y="0"/>
            <a:ext cx="2860881" cy="2535603"/>
          </a:xfrm>
          <a:custGeom>
            <a:avLst/>
            <a:gdLst/>
            <a:ahLst/>
            <a:cxnLst/>
            <a:rect r="r" b="b" t="t" l="l"/>
            <a:pathLst>
              <a:path h="2535603" w="2860881">
                <a:moveTo>
                  <a:pt x="0" y="0"/>
                </a:moveTo>
                <a:lnTo>
                  <a:pt x="2860881" y="0"/>
                </a:lnTo>
                <a:lnTo>
                  <a:pt x="2860881" y="2535603"/>
                </a:lnTo>
                <a:lnTo>
                  <a:pt x="0" y="25356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-396722" y="-774687"/>
            <a:ext cx="2622770" cy="2895773"/>
          </a:xfrm>
          <a:custGeom>
            <a:avLst/>
            <a:gdLst/>
            <a:ahLst/>
            <a:cxnLst/>
            <a:rect r="r" b="b" t="t" l="l"/>
            <a:pathLst>
              <a:path h="2895773" w="2622770">
                <a:moveTo>
                  <a:pt x="0" y="0"/>
                </a:moveTo>
                <a:lnTo>
                  <a:pt x="2622771" y="0"/>
                </a:lnTo>
                <a:lnTo>
                  <a:pt x="2622771" y="2895773"/>
                </a:lnTo>
                <a:lnTo>
                  <a:pt x="0" y="2895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1800" y="8539294"/>
            <a:ext cx="329247" cy="3292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3159" y="8539294"/>
            <a:ext cx="329247" cy="3292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862797" y="8488970"/>
            <a:ext cx="329247" cy="32924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994155" y="8488970"/>
            <a:ext cx="329247" cy="32924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668344">
            <a:off x="13952572" y="6590076"/>
            <a:ext cx="6810582" cy="6386958"/>
          </a:xfrm>
          <a:custGeom>
            <a:avLst/>
            <a:gdLst/>
            <a:ahLst/>
            <a:cxnLst/>
            <a:rect r="r" b="b" t="t" l="l"/>
            <a:pathLst>
              <a:path h="6386958" w="6810582">
                <a:moveTo>
                  <a:pt x="0" y="0"/>
                </a:moveTo>
                <a:lnTo>
                  <a:pt x="6810583" y="0"/>
                </a:lnTo>
                <a:lnTo>
                  <a:pt x="6810583" y="6386958"/>
                </a:lnTo>
                <a:lnTo>
                  <a:pt x="0" y="638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841904" y="3792538"/>
            <a:ext cx="6604193" cy="242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0"/>
              </a:lnSpc>
            </a:pPr>
            <a:r>
              <a:rPr lang="en-US" sz="14000" i="true">
                <a:solidFill>
                  <a:srgbClr val="A85234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Finally...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27119" y="0"/>
            <a:ext cx="2860881" cy="2535603"/>
          </a:xfrm>
          <a:custGeom>
            <a:avLst/>
            <a:gdLst/>
            <a:ahLst/>
            <a:cxnLst/>
            <a:rect r="r" b="b" t="t" l="l"/>
            <a:pathLst>
              <a:path h="2535603" w="2860881">
                <a:moveTo>
                  <a:pt x="0" y="0"/>
                </a:moveTo>
                <a:lnTo>
                  <a:pt x="2860881" y="0"/>
                </a:lnTo>
                <a:lnTo>
                  <a:pt x="2860881" y="2535603"/>
                </a:lnTo>
                <a:lnTo>
                  <a:pt x="0" y="25356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-396722" y="-774687"/>
            <a:ext cx="2622770" cy="2895773"/>
          </a:xfrm>
          <a:custGeom>
            <a:avLst/>
            <a:gdLst/>
            <a:ahLst/>
            <a:cxnLst/>
            <a:rect r="r" b="b" t="t" l="l"/>
            <a:pathLst>
              <a:path h="2895773" w="2622770">
                <a:moveTo>
                  <a:pt x="0" y="0"/>
                </a:moveTo>
                <a:lnTo>
                  <a:pt x="2622771" y="0"/>
                </a:lnTo>
                <a:lnTo>
                  <a:pt x="2622771" y="2895773"/>
                </a:lnTo>
                <a:lnTo>
                  <a:pt x="0" y="2895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1800" y="8539294"/>
            <a:ext cx="329247" cy="3292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3159" y="8539294"/>
            <a:ext cx="329247" cy="3292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862797" y="8488970"/>
            <a:ext cx="329247" cy="32924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994155" y="8488970"/>
            <a:ext cx="329247" cy="32924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668344">
            <a:off x="13952572" y="6590076"/>
            <a:ext cx="6810582" cy="6386958"/>
          </a:xfrm>
          <a:custGeom>
            <a:avLst/>
            <a:gdLst/>
            <a:ahLst/>
            <a:cxnLst/>
            <a:rect r="r" b="b" t="t" l="l"/>
            <a:pathLst>
              <a:path h="6386958" w="6810582">
                <a:moveTo>
                  <a:pt x="0" y="0"/>
                </a:moveTo>
                <a:lnTo>
                  <a:pt x="6810583" y="0"/>
                </a:lnTo>
                <a:lnTo>
                  <a:pt x="6810583" y="6386958"/>
                </a:lnTo>
                <a:lnTo>
                  <a:pt x="0" y="638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867782" y="2897006"/>
            <a:ext cx="12518535" cy="426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54"/>
              </a:lnSpc>
            </a:pPr>
            <a:r>
              <a:rPr lang="en-US" sz="12110" i="true">
                <a:solidFill>
                  <a:srgbClr val="A85234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Turn on the internet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27119" y="0"/>
            <a:ext cx="2860881" cy="2535603"/>
          </a:xfrm>
          <a:custGeom>
            <a:avLst/>
            <a:gdLst/>
            <a:ahLst/>
            <a:cxnLst/>
            <a:rect r="r" b="b" t="t" l="l"/>
            <a:pathLst>
              <a:path h="2535603" w="2860881">
                <a:moveTo>
                  <a:pt x="0" y="0"/>
                </a:moveTo>
                <a:lnTo>
                  <a:pt x="2860881" y="0"/>
                </a:lnTo>
                <a:lnTo>
                  <a:pt x="2860881" y="2535603"/>
                </a:lnTo>
                <a:lnTo>
                  <a:pt x="0" y="25356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-396722" y="-774687"/>
            <a:ext cx="2622770" cy="2895773"/>
          </a:xfrm>
          <a:custGeom>
            <a:avLst/>
            <a:gdLst/>
            <a:ahLst/>
            <a:cxnLst/>
            <a:rect r="r" b="b" t="t" l="l"/>
            <a:pathLst>
              <a:path h="2895773" w="2622770">
                <a:moveTo>
                  <a:pt x="0" y="0"/>
                </a:moveTo>
                <a:lnTo>
                  <a:pt x="2622771" y="0"/>
                </a:lnTo>
                <a:lnTo>
                  <a:pt x="2622771" y="2895773"/>
                </a:lnTo>
                <a:lnTo>
                  <a:pt x="0" y="2895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1800" y="8539294"/>
            <a:ext cx="329247" cy="3292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3159" y="8539294"/>
            <a:ext cx="329247" cy="3292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862797" y="8488970"/>
            <a:ext cx="329247" cy="32924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994155" y="8488970"/>
            <a:ext cx="329247" cy="32924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668344">
            <a:off x="13952572" y="6590076"/>
            <a:ext cx="6810582" cy="6386958"/>
          </a:xfrm>
          <a:custGeom>
            <a:avLst/>
            <a:gdLst/>
            <a:ahLst/>
            <a:cxnLst/>
            <a:rect r="r" b="b" t="t" l="l"/>
            <a:pathLst>
              <a:path h="6386958" w="6810582">
                <a:moveTo>
                  <a:pt x="0" y="0"/>
                </a:moveTo>
                <a:lnTo>
                  <a:pt x="6810583" y="0"/>
                </a:lnTo>
                <a:lnTo>
                  <a:pt x="6810583" y="6386958"/>
                </a:lnTo>
                <a:lnTo>
                  <a:pt x="0" y="638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36424" y="2988024"/>
            <a:ext cx="17751023" cy="408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5"/>
              </a:lnSpc>
            </a:pPr>
            <a:r>
              <a:rPr lang="en-US" sz="11610" i="true">
                <a:solidFill>
                  <a:srgbClr val="A85234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But There’s one more thing...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27119" y="0"/>
            <a:ext cx="2860881" cy="2535603"/>
          </a:xfrm>
          <a:custGeom>
            <a:avLst/>
            <a:gdLst/>
            <a:ahLst/>
            <a:cxnLst/>
            <a:rect r="r" b="b" t="t" l="l"/>
            <a:pathLst>
              <a:path h="2535603" w="2860881">
                <a:moveTo>
                  <a:pt x="0" y="0"/>
                </a:moveTo>
                <a:lnTo>
                  <a:pt x="2860881" y="0"/>
                </a:lnTo>
                <a:lnTo>
                  <a:pt x="2860881" y="2535603"/>
                </a:lnTo>
                <a:lnTo>
                  <a:pt x="0" y="25356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-396722" y="-774687"/>
            <a:ext cx="2622770" cy="2895773"/>
          </a:xfrm>
          <a:custGeom>
            <a:avLst/>
            <a:gdLst/>
            <a:ahLst/>
            <a:cxnLst/>
            <a:rect r="r" b="b" t="t" l="l"/>
            <a:pathLst>
              <a:path h="2895773" w="2622770">
                <a:moveTo>
                  <a:pt x="0" y="0"/>
                </a:moveTo>
                <a:lnTo>
                  <a:pt x="2622771" y="0"/>
                </a:lnTo>
                <a:lnTo>
                  <a:pt x="2622771" y="2895773"/>
                </a:lnTo>
                <a:lnTo>
                  <a:pt x="0" y="2895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1800" y="8539294"/>
            <a:ext cx="329247" cy="3292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3159" y="8539294"/>
            <a:ext cx="329247" cy="3292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862797" y="8488970"/>
            <a:ext cx="329247" cy="32924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994155" y="8488970"/>
            <a:ext cx="329247" cy="32924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668344">
            <a:off x="13952572" y="6590076"/>
            <a:ext cx="6810582" cy="6386958"/>
          </a:xfrm>
          <a:custGeom>
            <a:avLst/>
            <a:gdLst/>
            <a:ahLst/>
            <a:cxnLst/>
            <a:rect r="r" b="b" t="t" l="l"/>
            <a:pathLst>
              <a:path h="6386958" w="6810582">
                <a:moveTo>
                  <a:pt x="0" y="0"/>
                </a:moveTo>
                <a:lnTo>
                  <a:pt x="6810583" y="0"/>
                </a:lnTo>
                <a:lnTo>
                  <a:pt x="6810583" y="6386958"/>
                </a:lnTo>
                <a:lnTo>
                  <a:pt x="0" y="638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6732620" y="202474"/>
            <a:ext cx="4994285" cy="9882052"/>
            <a:chOff x="0" y="0"/>
            <a:chExt cx="2620010" cy="5184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72" t="0" r="-72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1885" y="2023729"/>
            <a:ext cx="13084230" cy="6239542"/>
          </a:xfrm>
          <a:custGeom>
            <a:avLst/>
            <a:gdLst/>
            <a:ahLst/>
            <a:cxnLst/>
            <a:rect r="r" b="b" t="t" l="l"/>
            <a:pathLst>
              <a:path h="6239542" w="13084230">
                <a:moveTo>
                  <a:pt x="0" y="0"/>
                </a:moveTo>
                <a:lnTo>
                  <a:pt x="13084230" y="0"/>
                </a:lnTo>
                <a:lnTo>
                  <a:pt x="13084230" y="6239542"/>
                </a:lnTo>
                <a:lnTo>
                  <a:pt x="0" y="62395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4421" y="635080"/>
            <a:ext cx="12979158" cy="218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20"/>
              </a:lnSpc>
            </a:pPr>
            <a:r>
              <a:rPr lang="en-US" sz="12800">
                <a:solidFill>
                  <a:srgbClr val="A85234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System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2" t="-3113" r="-3113" b="-327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3833" y="0"/>
                  </a:moveTo>
                  <a:lnTo>
                    <a:pt x="4260893" y="0"/>
                  </a:lnTo>
                  <a:cubicBezTo>
                    <a:pt x="4268533" y="0"/>
                    <a:pt x="4274726" y="6193"/>
                    <a:pt x="4274726" y="13833"/>
                  </a:cubicBezTo>
                  <a:lnTo>
                    <a:pt x="4274726" y="2153634"/>
                  </a:lnTo>
                  <a:cubicBezTo>
                    <a:pt x="4274726" y="2161274"/>
                    <a:pt x="4268533" y="2167467"/>
                    <a:pt x="4260893" y="2167467"/>
                  </a:cubicBezTo>
                  <a:lnTo>
                    <a:pt x="13833" y="2167467"/>
                  </a:lnTo>
                  <a:cubicBezTo>
                    <a:pt x="10164" y="2167467"/>
                    <a:pt x="6646" y="2166009"/>
                    <a:pt x="4052" y="2163415"/>
                  </a:cubicBezTo>
                  <a:cubicBezTo>
                    <a:pt x="1457" y="2160821"/>
                    <a:pt x="0" y="2157303"/>
                    <a:pt x="0" y="2153634"/>
                  </a:cubicBezTo>
                  <a:lnTo>
                    <a:pt x="0" y="13833"/>
                  </a:lnTo>
                  <a:cubicBezTo>
                    <a:pt x="0" y="6193"/>
                    <a:pt x="6193" y="0"/>
                    <a:pt x="13833" y="0"/>
                  </a:cubicBezTo>
                  <a:close/>
                </a:path>
              </a:pathLst>
            </a:custGeom>
            <a:solidFill>
              <a:srgbClr val="F8CDA4"/>
            </a:solidFill>
            <a:ln w="66675" cap="rnd">
              <a:solidFill>
                <a:srgbClr val="EC692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94509" y="0"/>
            <a:ext cx="3593491" cy="3184916"/>
          </a:xfrm>
          <a:custGeom>
            <a:avLst/>
            <a:gdLst/>
            <a:ahLst/>
            <a:cxnLst/>
            <a:rect r="r" b="b" t="t" l="l"/>
            <a:pathLst>
              <a:path h="3184916" w="3593491">
                <a:moveTo>
                  <a:pt x="0" y="0"/>
                </a:moveTo>
                <a:lnTo>
                  <a:pt x="3593491" y="0"/>
                </a:lnTo>
                <a:lnTo>
                  <a:pt x="3593491" y="3184916"/>
                </a:lnTo>
                <a:lnTo>
                  <a:pt x="0" y="3184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3462">
            <a:off x="66186" y="-600244"/>
            <a:ext cx="3726873" cy="4114800"/>
          </a:xfrm>
          <a:custGeom>
            <a:avLst/>
            <a:gdLst/>
            <a:ahLst/>
            <a:cxnLst/>
            <a:rect r="r" b="b" t="t" l="l"/>
            <a:pathLst>
              <a:path h="4114800" w="3726873">
                <a:moveTo>
                  <a:pt x="0" y="0"/>
                </a:moveTo>
                <a:lnTo>
                  <a:pt x="3726873" y="0"/>
                </a:lnTo>
                <a:lnTo>
                  <a:pt x="37268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26019" y="6610102"/>
            <a:ext cx="3102774" cy="1423398"/>
          </a:xfrm>
          <a:custGeom>
            <a:avLst/>
            <a:gdLst/>
            <a:ahLst/>
            <a:cxnLst/>
            <a:rect r="r" b="b" t="t" l="l"/>
            <a:pathLst>
              <a:path h="1423398" w="3102774">
                <a:moveTo>
                  <a:pt x="0" y="0"/>
                </a:moveTo>
                <a:lnTo>
                  <a:pt x="3102774" y="0"/>
                </a:lnTo>
                <a:lnTo>
                  <a:pt x="3102774" y="1423397"/>
                </a:lnTo>
                <a:lnTo>
                  <a:pt x="0" y="14233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1800" y="8539294"/>
            <a:ext cx="329247" cy="32924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03159" y="8539294"/>
            <a:ext cx="329247" cy="32924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862797" y="8488970"/>
            <a:ext cx="329247" cy="32924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994155" y="8488970"/>
            <a:ext cx="329247" cy="32924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3E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668344">
            <a:off x="12588864" y="5054840"/>
            <a:ext cx="6810582" cy="6386958"/>
          </a:xfrm>
          <a:custGeom>
            <a:avLst/>
            <a:gdLst/>
            <a:ahLst/>
            <a:cxnLst/>
            <a:rect r="r" b="b" t="t" l="l"/>
            <a:pathLst>
              <a:path h="6386958" w="6810582">
                <a:moveTo>
                  <a:pt x="0" y="0"/>
                </a:moveTo>
                <a:lnTo>
                  <a:pt x="6810583" y="0"/>
                </a:lnTo>
                <a:lnTo>
                  <a:pt x="6810583" y="6386958"/>
                </a:lnTo>
                <a:lnTo>
                  <a:pt x="0" y="638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579364" y="1592458"/>
            <a:ext cx="7129272" cy="5729342"/>
            <a:chOff x="0" y="0"/>
            <a:chExt cx="9505696" cy="76391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5696" cy="7639123"/>
            </a:xfrm>
            <a:custGeom>
              <a:avLst/>
              <a:gdLst/>
              <a:ahLst/>
              <a:cxnLst/>
              <a:rect r="r" b="b" t="t" l="l"/>
              <a:pathLst>
                <a:path h="7639123" w="9505696">
                  <a:moveTo>
                    <a:pt x="0" y="0"/>
                  </a:moveTo>
                  <a:lnTo>
                    <a:pt x="9505696" y="0"/>
                  </a:lnTo>
                  <a:lnTo>
                    <a:pt x="9505696" y="7639123"/>
                  </a:lnTo>
                  <a:lnTo>
                    <a:pt x="0" y="7639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325559" y="1202622"/>
              <a:ext cx="1131274" cy="1574610"/>
            </a:xfrm>
            <a:custGeom>
              <a:avLst/>
              <a:gdLst/>
              <a:ahLst/>
              <a:cxnLst/>
              <a:rect r="r" b="b" t="t" l="l"/>
              <a:pathLst>
                <a:path h="1574610" w="1131274">
                  <a:moveTo>
                    <a:pt x="0" y="0"/>
                  </a:moveTo>
                  <a:lnTo>
                    <a:pt x="1131273" y="0"/>
                  </a:lnTo>
                  <a:lnTo>
                    <a:pt x="1131273" y="1574610"/>
                  </a:lnTo>
                  <a:lnTo>
                    <a:pt x="0" y="157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4419599" y="8045364"/>
            <a:ext cx="9448802" cy="44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410">
                <a:solidFill>
                  <a:srgbClr val="A85234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&lt;getclingy.download&gt;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DAHWxgHBxsw</dc:identifier>
  <dcterms:modified xsi:type="dcterms:W3CDTF">2011-08-01T06:04:30Z</dcterms:modified>
  <cp:revision>1</cp:revision>
  <dc:title>ppt</dc:title>
</cp:coreProperties>
</file>